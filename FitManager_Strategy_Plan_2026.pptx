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303" r:id="rId8"/>
    <p:sldId id="262" r:id="rId9"/>
    <p:sldId id="263" r:id="rId10"/>
    <p:sldId id="264" r:id="rId11"/>
    <p:sldId id="265" r:id="rId12"/>
    <p:sldId id="266" r:id="rId13"/>
    <p:sldId id="304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305" r:id="rId56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2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56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25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858000" y="457200"/>
            <a:ext cx="2011680" cy="20116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0" y="914400"/>
            <a:ext cx="1371600" cy="137160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PLAN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FitManager Studio+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operativo di lancio, category creation e partnership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 3.1 — 27 marzo 2026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Verardo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Confidenziale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PREMESSA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PREMESSA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operativo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1887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 documento è il piano operativo di FitManager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54864" cy="502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85800" y="17556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BP alle azioni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75564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il Business Plan in azioni concrete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54864" cy="502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5800" y="232257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Pubblico interno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32257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interno: lo leggono il founder e il partner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89504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57200" y="2889504"/>
            <a:ext cx="54864" cy="502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85800" y="288950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ripete i numeri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2889504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ripete i numeri del BP (referenziati dove servono)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56432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57200" y="3456432"/>
            <a:ext cx="54864" cy="502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85800" y="34564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345643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concentra su: strategia di lancio, ruolo del partner, percorso ecosistema PT Evoluto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85800" y="4023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0" y="40233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v4.3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 oggi —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cosa è cambiato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0" y="274320"/>
            <a:ext cx="1645920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0" y="731520"/>
            <a:ext cx="1188720" cy="118872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c’è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uso quotidiano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0" y="118872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011680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1168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 scientifici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18872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749040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4904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118872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0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Alimenti CREA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23760" y="118872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223760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22376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Condizioni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Engine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37744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" y="24688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 completo e funzionante. In uso quotidiano dalla prima utilizzatrice reale. Installer pronto, licenza funzionante.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1 — LE 4 EVOLUZIONI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Comunicazione integrata + FitManager Box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54864" cy="3474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comunicazione integrata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6479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trainer vive su WhatsApp — FitManager si inserisce nel workflow invece di sostituirlo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31343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22402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click: messaggio WhatsApp con nome, data, orario, importo pre-compilati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86207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2788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automatiche via SMTP: conferme, promemoria, notifiche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4107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7240" y="33375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Risultato: valore dal primo giorno, zero curva di apprendimento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38862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Risolve il problema della complessità percepita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411480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54864" cy="3474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98348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FitManager Box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0" y="176479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257800" y="1691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dedicato nello studio del trainer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231343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257800" y="22402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da qualunque dispositivo: telefono, tablet, PC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286207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257800" y="2788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nel suo studio, mai in cloud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341071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257800" y="33375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~€150 → Prezzo: €449 → Margine: 67%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395935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257800" y="38862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Trasforma debolezza (offline) in punto di forza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1 — LE 4 EVOLUZIONI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Ricavo ricorrente + Ecosistema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54864" cy="3474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di ricavo ricorrente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647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una tantum resta (leva commerciale più forte)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31343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22402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Assistenza PRO €79/anno: aggiornamenti, esercizi, alimenti, template, supporto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86207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2788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Circle €249/anno: masterclass, webinar, mastermind, certificazione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41071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7240" y="33375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Ricorrente: dal 19% al 34% del fatturato in 3 anni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38862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Copre progressivamente i costi operativi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411480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54864" cy="3474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98348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L’ecosistema e la community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0" y="176479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257800" y="1691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 professionale completo: formazione, community, certificazione, contenuti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231343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257800" y="22402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software è lo strumento operativo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286207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257800" y="2788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L’ecosistema dà valore al software e al professionista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34107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257800" y="33375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costs, referral, contenuto peer-to-peer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50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</a:defRPr>
            </a:pPr>
            <a:r>
              <a:t>SEZIONE 1 — LE 5 EVOLUZIONI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F36"/>
                </a:solidFill>
              </a:defRPr>
            </a:pPr>
            <a:r>
              <a:t>La direzione internazionale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151"/>
                </a:solidFill>
              </a:defRPr>
            </a:pPr>
            <a:r>
              <a:t>FitManager nasce per il mercato italiano, ma l'architettura è pronta per l'internazionalizzazione. La versione inglese è in roadmap: interfaccia, database esercizi e Safety Engine entro i primi 6 mesi (la scienza dell'allenamento è universale); nutrizione e compliance locale per i mercati target nella fase di espansione.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L'italiano resta la priorità dell'Anno 1 — l'inglese è la leva che trasforma la crescita da lineare a esponenziale.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visione: il Personal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Evoluto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0" y="274320"/>
            <a:ext cx="1645920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0" y="731520"/>
            <a:ext cx="1188720" cy="118872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50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 di fondo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prodotto è pronto. Il mercato non lo è. I PT non cercano un gestionale — la maggior parte non sa di averne bisogno. Usano WhatsApp ed Excel perché ‘ha sempre fatto così.’ Non percepiscono il problema.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4864" cy="9601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questo FitManager non chiede di smettere di usare WhatsApp. Lo potenzia. Il PT Evoluto non abbandona i suoi strumenti — li evolve. L’adozione non è una rivoluzione spaventosa ma un’evoluzione naturale.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54864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 non è un limite — è l’opportunità più grande. Un mercato poco evoluto è un mercato dove chi arriva primo e definisce le regole lo possiede.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50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categoria: PT Evoluto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vendiamo un software. Creiamo una categoria professionale nuova.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4864" cy="594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5544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 tutto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5544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Anamnesi, misurazioni, progressione, pagamenti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7200" y="2212848"/>
            <a:ext cx="54864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40080" y="230428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" y="2304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21284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la scienza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21284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Periodizzazione evidence-based, volume MEV/MAV/MRV, biomeccanica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71216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57200" y="2871216"/>
            <a:ext cx="54864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0080" y="2962656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0080" y="29626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287121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Protegge i clienti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2871216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condizioni, 80 regole automatiche, zero errori evitabili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29584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57200" y="3529584"/>
            <a:ext cx="54864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40080" y="362102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0080" y="36210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352958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il business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3529584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40-60 clienti senza perdere qualità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187952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57200" y="4187952"/>
            <a:ext cx="54864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40080" y="427939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40080" y="4279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34440" y="418795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Dimostra i risultati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474720" y="4187952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grafici, score scientifici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50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PT Evoluto guadagna di più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PT Evoluto non solo lavora meglio — giustifica tariffe più alte.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Circolo virtuoso: risparmio tempo → servizio migliore → qualità visibile → tariffe più alte → più clienti per passaparola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comunicazione integrata aggiunge: il cliente riceve promemoria professionali, conferme puntuali via WhatsApp. Percepisce un servizio superiore prima ancora di entrare in palestra.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2651760"/>
            <a:ext cx="4572000" cy="1188720"/>
          </a:xfrm>
          <a:prstGeom prst="roundRect">
            <a:avLst>
              <a:gd name="adj" fmla="val 7692"/>
            </a:avLst>
          </a:prstGeom>
          <a:solidFill>
            <a:srgbClr val="D1FAE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286000" y="26974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+€400/mese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286000" y="3337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tariffa 10-15% (da €40 a €45-46) con 20 clienti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822960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FitManager si ripaga in 30-60 giorni. Non ‘quanto costa FitManager’ ma ‘quanto ti costa NON averlo.’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50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collegamento con il mental coaching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PT Evoluto non è solo strumenti e dati. È un mindset.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54864" cy="77724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31520" y="21488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coaching lavora sul mindset del professionista. FitManager rende quel mindset operativo: lo traduce in strumenti, dati, risultati misurabili.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54864" cy="77724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30632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L’uno senza l’altro è incompleto: il mindset senza strumenti resta teoria, gli strumenti senza mindset restano software inutilizzato.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31520" y="39776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L’Inner Circle è il luogo dove questi due mondi si incontrano. Il partner non vende software — guida un percorso di trasformazione che il software rende possibile.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50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</a:defRPr>
            </a:pPr>
            <a:r>
              <a:t>SEZIONE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F36"/>
                </a:solidFill>
              </a:defRPr>
            </a:pPr>
            <a:r>
              <a:t>Il PT Evoluto non ha confini geografici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151"/>
                </a:solidFill>
              </a:defRPr>
            </a:pPr>
            <a:r>
              <a:t>Il concetto di Personal Trainer Evoluto non è italiano — è universale. Un PT a Göteborg ha gli stessi problemi di uno a Genova: gestione clienti artigianale, nessuno strumento scientifico integrato, rischio errori clinici. La differenza è che in Scandinavia e nel mercato anglofono la propensione a pagare per strumenti professionali è più alta e il mercato è più maturo. La versione inglese di FitManager non è un adattamento — è un'espansione naturale di un prodotto che risolve un problema universale.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primi 90 giorni: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Proof of Concept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1828800" cy="274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vendiamo subito. Prima dimostriamo — il pacchetto completo.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0" y="274320"/>
            <a:ext cx="1645920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772400" y="731520"/>
            <a:ext cx="1188720" cy="118872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50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3 — LA POC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ruoli nella POC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68224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Attività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Impegno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Selezione 10 Fondatori dal 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(con founder)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 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Installazione, setup tecnico e config template WhatsApp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15-20 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Check-in bisettimanali con ogni Fondatore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ore in 90gg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Masterclass mese 1: “Il Metodo PT Evoluto”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Webinar mese 2: “Le prime 4 settimane”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+ Founder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Masterclass mese 3: “Da 25 a 45 clienti”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Sessione di gruppo finale (giorno 90)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+ Founder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Micro-sondaggi e analisi dati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 partner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~15-20 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 founder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~40-45 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50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ricevono i 10 Fondatori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o Box + Inner Circle 12 mesi — tutto incluso nel prezzo Fondatore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554480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Licenza software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0" y="1554480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2920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€199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FitManager Box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31520" y="2697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 reale: €498-698. Investimento strategico del progetto.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comunicazione WhatsApp è operativa dal giorno dell’installazione. Inserisci un cliente, clicca ‘manda promemoria’, WhatsApp si apre col messaggio pronto.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0" y="411480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828800" y="41148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di attivazione: primo messaggio WhatsApp inviato entro 24 ore dall’installazione.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50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3 masterclass durante la POC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sono un accessorio. Sono il test della categoria PT Evoluto.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15544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Metodo PT Evoluto: come cambia il tuo lavoro.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19202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partner presenta la visione. Sessione sul mindset professionale.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54864" cy="868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40080" y="265176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25146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prime 4 settimane: risultati e domande.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28803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 pratica, i Fondatori raccontano. I contenuti emergono dalla realtà.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0080" y="3611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37360" y="34747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25 a 45 clienti senza lavorare più ore.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37360" y="384048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partner mostra come scala. Si chiude con: “vi riconoscete come PT Evoluti?”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822960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3 sessioni vengono registrate → nucleo libreria Inner Circle. Partner: 30% revenue share su ogni fruizione.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50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metriche che decidono tutto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95072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valida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Ore admin risparmiate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3-5h a &lt;2h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prodotto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Messaggi WA pre-compilati/settimana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Adozione comunicazione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risparmiato comunicazione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30+ min/giorno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feature chiave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Sopra 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Prodotto + percorso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“Lo ricomprerei a prezzo pieno”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8/10 sì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Modello economico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miei clienti notano differenza”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5/10 sì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Volano PT Evoluto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“Mi definirei un PT Evoluto”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6/10 sì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creation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977640"/>
            <a:ext cx="822960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 Fondatori usano massicciamente i link wa.me → WhatsApp è il gancio d’adozione. La demo per Early Adopter aprirà con il momento WhatsApp.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50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abbiamo al mese 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4754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40080" y="12618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18872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storie reali con numeri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54864" cy="4754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81051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8105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173736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video testimonial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54864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" y="235915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23591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28600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masterclass registrate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54864" cy="4754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0080" y="290779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2907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283464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aggregati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54864" cy="4754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40080" y="345643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0080" y="34564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" y="338328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community di 10 che funziona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57200" y="3931920"/>
            <a:ext cx="54864" cy="4754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40080" y="40050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40080" y="4005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43000" y="393192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prova che il PT Evoluto è una realtà misurabile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4480560"/>
            <a:ext cx="822960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vendiamo ‘un software.’ Vendiamo: ‘guarda cosa hanno ottenuto questi 10 in 3 mesi.’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50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mese 4 in poi: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volano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0" y="274320"/>
            <a:ext cx="1645920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0" y="731520"/>
            <a:ext cx="1188720" cy="118872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50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 4-6 — Early Adopter con Inner Circle attivo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pitch ha un hook concreto: ‘un click e il promemoria parte su WhatsApp. Vuoi vedere cos’altro fa?’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Fondatore che mostra questo gesto a un collega è il venditore più efficace — non vende software, mostra un gesto quotidiano fatto meglio.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ritmo: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14400" y="2697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 gratuito mensile (partner). Tema educativo + demo. Touch 5 del funnel.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14400" y="3154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Circle attivo: masterclass esclusiva, mastermind, contenuti POC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14400" y="3611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 da: referral Fondatori (2-3 ciascuno), network partner, webinar, LinkedIn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411480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286000" y="41148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15-20 clienti, 30% con Inner Circle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50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 7-12 — Prezzo pieno e scala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canali attivi. Target: 3-5 vendite/mese.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mensile tipo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12192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Settimana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Pubblico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Webinar gratuito (educativo + demo)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Masterclass esclusiva Inner Circle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+ aggiornamento catalogo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+ 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Mastermind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50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volano completo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meccanismo è circolare e si autoalimenta: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08660" y="1417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3B82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08660" y="1417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0030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74620" y="1417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3B82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674620" y="1417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vedono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6626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40580" y="1417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0B98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40580" y="1417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322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06540" y="1417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606540" y="1417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Primo giorno: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promemoria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91640" y="24231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0B98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691640" y="2423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Capiscono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valore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0" y="24231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3B82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657600" y="2423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Scoprono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resto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4924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23560" y="24231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623560" y="2423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8660" y="34290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3B82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08660" y="34290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Masterclass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trasformano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003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674620" y="34290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0B98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2674620" y="34290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Clienti notano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differenza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6626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640580" y="34290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640580" y="34290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Colleghi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chiedono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3222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606540" y="34290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3B82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606540" y="34290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Tornano 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49440" y="2194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</a:rPr>
              <a:t>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83680" y="3200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</a:rPr>
              <a:t>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7200" y="4389120"/>
            <a:ext cx="822960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è il primo ingranaggio del volano dopo l’acquisto. Ogni giro rafforza il precedente. Il punto critico è il primo giro — la POC.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community come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 di continuità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0" y="274320"/>
            <a:ext cx="1645920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0" y="731520"/>
            <a:ext cx="1188720" cy="118872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50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quattro livelli della community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82296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47556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€0, inclusa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94560" y="118872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Forum, knowledge base, networking, onboarding guidato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0080" y="2240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5786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€79/anno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94560" y="210312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Aggiornamenti, esercizi, alimenti, template, supporto. Rapporto 3,8:1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40080" y="315468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008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Circle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4930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€249/anno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94560" y="301752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+ masterclass, webinar, mastermind, certificazione. Rapporto 3,4:1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54864" cy="8229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40080" y="406908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40080" y="4069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4074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€499-599, futuro Anno 3+, max 15-20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94560" y="393192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1:1, roadmap, eventi in presenza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50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ruolo del partner e la certificazione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54864" cy="3200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partner è il cuore dell’Inner Circle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Conduce masterclass, facilita mastermind, porta ospiti, definisce certificazione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Un’ora di masterclass → 5-10 asset marketing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Contenuto ha 3 vite: live, registrazione, derivato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41148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54864" cy="3200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98348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certificazione PT Evoluto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18288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257800" y="17373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masterclass + assessment pratico + badge verificabile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23774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257800" y="22860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il PT: differenziazione e tariffe più alte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292608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257800" y="2834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FitManager: lock-in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347472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257800" y="33832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Possibile dall’Anno 2, annunciata dal mese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50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Proiezione ricavi community (scenario base)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7068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Membri PRO (paganti)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Membri Inner Circle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Ricavo 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€3.700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€7.300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Ricavo Inner Circle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 ricorrente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€3.200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€8.200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€16.800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del fatturato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26280"/>
            <a:ext cx="822960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ricorrente cresce e copre progressivamente i costi operativi.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50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cambia con il partner: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3 scenari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0" y="274320"/>
            <a:ext cx="1645920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0" y="731520"/>
            <a:ext cx="1188720" cy="118872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50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— Founder solo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business sta in piedi. Crescita lenta. Nessun Inner Circle. Il concept PT Evoluto resta un’idea.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9753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Fatturato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€7.200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€13.500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Netto founder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€2.165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€3.600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50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— Founder + Partner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Network, credibilità, masterclass. Inner Circle dal mese 4. Community dalla POC. PT Evoluto inizia a vivere.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14630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cui Inner Circle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Fatturato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€17.150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€29.650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€49.650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Netto founder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€2.615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€4.895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€12.535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Netto partner (cash)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€2.375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50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— Partner con leva network alto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partner apre porte a catene di palestre, enti di formazione. Un centro con 30 trainer dove 30% adotta = 9 vendite. La certificazione diventa credenziale citata. Se il partner opera in contesto internazionale: apertura mercati esteri, catene nordeuropee, reti PT anglofone. Versione inglese (mesi 7-12) come leva.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12192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80-120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200-300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400-600+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Circle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100-150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Fatturato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€35-50K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€80-120K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€150-250K+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cash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€6-9K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€15-25K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€30-50K+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794760"/>
            <a:ext cx="822960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 volumi, FitManager è un’azienda con team e brand riconosciuto.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50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confronto visivo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4630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partner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leva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Circle possibile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Sì, su scala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Evoluto nel mercato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Inizia a vivere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di settore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parte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 dalla POC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del settore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Fatturato Anno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€49.650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€150-250K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cash Anno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€30-50K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94760"/>
            <a:ext cx="822960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differenza tra Scenario 2 e 3 è esponenziale. Dipende da quanto network il partner può attivare.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50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proposta economica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0" y="274320"/>
            <a:ext cx="1645920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0" y="731520"/>
            <a:ext cx="1188720" cy="118872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50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del compenso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706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cosa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Ricavi POC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Licenze e Box Fondatori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Co-seleziona e co-conduce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Vendite da 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Licenza/Box da referral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 la porta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+ Inner Circle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Rinnovi e abbonamenti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 il contenuto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Masterclass condotte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Sessioni live e registrate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Autore e volto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del progetto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anni, cliff 12 mesi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del progetto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anni, cliff 12 mesi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611880"/>
            <a:ext cx="822960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costo fisso. Il partner guadagna solo se il progetto genera ricavi.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50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Proiezione guadagno partner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base (BP v4.3)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4114800" cy="9753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€2.375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€14.075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(6%)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€8.400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€3.975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€8.300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€15.900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€28.175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con leva network</a:t>
            </a:r>
            <a:endParaRPr lang="en-US" sz="1200" dirty="0"/>
          </a:p>
        </p:txBody>
      </p:sp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17320"/>
          <a:ext cx="4114800" cy="7315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€6-9K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€15-25K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€30-50K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€51-84K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€3-5K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€10-18K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€25-45K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50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masterclass come asset + investimento del partner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54864" cy="2011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 ricavo perpetuo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647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Registrazioni in libreria IC → 30% revenue share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219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2148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membri IC Anno 3 → €50-80/anno per masterclass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791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2606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masterclass = €1.000-1.600/anno ricavo passivo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411480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54864" cy="2560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98348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Anno 1</a:t>
            </a:r>
            <a:endParaRPr lang="en-US" sz="13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645920"/>
          <a:ext cx="3840480" cy="1950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Selezione Fondatori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masterclass POC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Webinar gratuiti (9 mesi)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Masterclass IC (6 mesi)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Mastermind IC (6 mesi)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 e referral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~80-110 (~8-10/mese)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457200" y="4069080"/>
            <a:ext cx="822960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cambio di 8-10 ore/mese: €2.375-9.000 cash Anno 1, equity in crescita, asset di contenuto ricorrente.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50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piano marketing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0" y="274320"/>
            <a:ext cx="1645920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0" y="731520"/>
            <a:ext cx="1188720" cy="118872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50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Pre-lancio (4 settimane prima della POC)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da creare (founder)</a:t>
            </a:r>
            <a:endParaRPr lang="en-US" sz="1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4206240" cy="1463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 + waiting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sett.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virale waiting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teaser 60 secondi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attivo (2-3 post/sett)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1h/sett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screenshot professionali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1097280"/>
            <a:ext cx="411480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54864" cy="2560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49834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Azioni del partner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0" y="171907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5257800" y="1645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Condividere video teaser nel network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0" y="222199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5257800" y="2148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Identificare i 10 Fondatori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0" y="272491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5257800" y="2651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Parlare di PT Evoluto nei suoi canali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0" y="322783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257800" y="3154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vendere — seminare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3657600"/>
            <a:ext cx="4114800" cy="41148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4754880" y="3657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50+ iscritti waiting list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50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la POC (mesi 1-3)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interno — focalizzato sui 10 Fondatori. Ma genera materiale per il futuro.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4864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2286000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language mining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Annotare frasi esatte dei Fondatori. “Finalmente so chi ha pagato senza aprire Excel.” Annotare specificamente reazioni WhatsApp: “non devo più riscrivere il messaggio” sono gli asset di copy più potenti.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0080" y="2606040"/>
            <a:ext cx="228600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008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Behind-the-scenes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LinkedIn settimanali: “Settimana 3 della POC, ecco cosa stiamo scoprendo...” Autentico, non promozionale.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40080" y="3611880"/>
            <a:ext cx="228600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Powered-by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931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trainer × 15 clienti = 150 esposizioni/mese a costo zero nel portale anamnesi.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50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 4-6 — Early Adopter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ogni Fondatore, 6 asset: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caso studio (problema → soluzione → numeri)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76479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17647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719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60 secondi (racconto in prima persona)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1122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48640" y="21122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0665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post LinkedIn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45973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48640" y="24597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241401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email sequenza nurturing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80720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48640" y="2807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27614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dato pagina “risultati aggregati”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1546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48640" y="3154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3108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Screenshot/screen recording WhatsApp pre-compilato in azione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65760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6868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Pagine confronto competitor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0" y="3566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(FitManager vs Mangofit/EvolutionFit/Excel). SEO keyword.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1148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6868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 gratuito mensile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0" y="4023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partecipanti, 15-25% conversione demo.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457200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6868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SEO 1 post/settimana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0" y="4480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post per dominare SERP long-tail.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50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 7-12 — Prezzo pieno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2011680" cy="320040"/>
          </a:xfrm>
          <a:prstGeom prst="roundRect">
            <a:avLst>
              <a:gd name="adj" fmla="val 11429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marketing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18872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min/giorno nei gruppi Facebook/LinkedIn. Valore, non spam.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2240280"/>
            <a:ext cx="2011680" cy="320040"/>
          </a:xfrm>
          <a:prstGeom prst="roundRect">
            <a:avLst>
              <a:gd name="adj" fmla="val 11429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2240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Calcolatore ROI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205740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“Quanto ti costa Excel?” + dimensione WhatsApp: “Quanti messaggi WA/giorno × 3 min = ore perse”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" y="3108960"/>
            <a:ext cx="2011680" cy="32004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 tour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292608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ospite su podcast fitness. 1 episodio/mese. 50-100 visite.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2011680" cy="32004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3977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 affiliato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34640" y="379476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personale. Per ogni vendita: 3 mesi PRO gratis.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50</a:t>
            </a:r>
            <a:endParaRPr lang="en-US" sz="900" dirty="0"/>
          </a:p>
        </p:txBody>
      </p:sp>
      <p:sp>
        <p:nvSpPr>
          <p:cNvPr id="26" name="TextBox 25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</a:defRPr>
            </a:pPr>
            <a:r>
              <a:t>Primi contenuti in inglese. 1 post LinkedIn/settimana in inglese, landing page dedicata, 2-3 demo in inglese. Investimento minimo, posiziona FitManager come prodotto internazionale.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marketing Anno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188720"/>
          <a:ext cx="6400800" cy="146304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Dominio + hosting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marketing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€0-180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demo/testimonial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€0-80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 (mesi 7-12)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€0-500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€120-880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611880"/>
            <a:ext cx="822960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 interamente organico. Il marketing a pagamento parte solo quando la social proof è consolidata.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50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 e risposte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0" y="274320"/>
            <a:ext cx="1645920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0" y="731520"/>
            <a:ext cx="1188720" cy="118872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50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 e risposte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Rischio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Risposta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 non percepiscono problema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misura. 8/10 confermano → mercato c’è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Giorno 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Complessità percepita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Progressive disclosure + WhatsApp primo valore al primo click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Mesi 1-3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Prezzo percepito 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WTP misurata prima di rivelare prezzo. Frame: €1,23/giorno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Giorno 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non convince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Fondatori testano. Se no → Tailscale resta 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 2-3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Evoluto non risuona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Metrica: “ti definiresti PT Evoluto?” Se &lt;5/10 → ripensare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Giorno 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non genera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Primo trim = test. Se &lt;5/mese → ripensare modello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Mesi 4-6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Rinnovi bassi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Rapporto 3,8:1 e 3,4:1. Se &lt;40% → rivedere contenuto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 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Rinnovi bassi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Rapporto 3,8:1 e 3,4:1. Se &lt;40% → rivedere contenuto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 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60520"/>
            <a:ext cx="822960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POC rivela ogni rischio prima che sia costoso. 90 giorni e ~€300.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50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3 azioni immediate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0" y="274320"/>
            <a:ext cx="1645920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0" y="731520"/>
            <a:ext cx="1188720" cy="118872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50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3 azioni immediate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Implementabili questa settimana, prima di formalizzare la partnership.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4864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17320" y="150876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Powered-by nel portale anamnesi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18745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“Powered by FitManager Studio+” con link. 10 min. 150+ esposizioni/mese gratuite.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" y="2606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417320" y="25146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con waiting list + referral virale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288036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singola: problema, soluzione, pricing, CTA. 1 settimana.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0080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35204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teaser 60 secondi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388620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 con il momento WhatsApp (un click, il promemoria parte), poi mostra il resto. Screen recording, voce del founder. 4 ore.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50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primo incontro con il partner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4864" cy="3474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mostrare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1907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live (5 min: nuovo cliente → manda promemoria WhatsApp [wow immediato] → anamnesi → scheda → pagamento → Safety Engine)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FitManager Box (concept/prototipo)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09067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numeri del BP: 3 scenari, confronto, vista cumulativa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77647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struttura community (3 livelli, ruolo nell’Inner Circle)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11480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54864" cy="3474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9834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chiedere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167335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25780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 i 10 Fondatori, chi metteresti nella lista?”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208483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2578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“Il concetto PT Evoluto: come lo chiameresti tu?”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0" y="249631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25780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“3 motivi per cui un PT direbbe NO anche a €99?”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0" y="290779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25780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“Conosci catene, centri, enti dove entrare come gruppo?”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0" y="331927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257800" y="3246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 masterclass: che temi per i primi 3 mesi?”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0" y="373075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25780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“Quanto investirebbe un PT all’anno in formazione?”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0" y="414223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257800" y="4069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“Quanti messaggi WhatsApp mandano al giorno ai clienti?”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50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messaggio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41832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non fare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Non parlare di codice, architettura, stack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7556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Non proporre i termini economici troppo presto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00253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Non promettere feature non implementate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2494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Non trattare i 10 Fondatori come “i primi che capitano”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252B4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messaggio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2461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 costruito il prodotto. Funziona. La prima utente lo usa ogni giorno. Ma il mercato non si educa con un software — si educa con una voce credibile. Io posso costruire lo strumento. Tu puoi costruire il percorso. Insieme creiamo qualcosa che nessuno dei due può creare da solo.”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50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858000" y="457200"/>
            <a:ext cx="2011680" cy="20116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0" y="914400"/>
            <a:ext cx="1371600" cy="137160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FitManager Studio+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operativo di lancio, category creation e partnership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Verardo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Plan v3.1 — 27 marzo 2026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Confidenziale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7863840" cy="640080"/>
          </a:xfrm>
          <a:prstGeom prst="roundRect">
            <a:avLst>
              <a:gd name="adj" fmla="val 8571"/>
            </a:avLst>
          </a:prstGeom>
          <a:solidFill>
            <a:srgbClr val="252B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“Il prodotto è completo. La strategia è chiara. Serve un partner per attivare il volano.”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</a:defRPr>
            </a:pPr>
            <a:r>
              <a:t>SEZIONE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F36"/>
                </a:solidFill>
              </a:defRPr>
            </a:pPr>
            <a:r>
              <a:t>L'apertura internazionale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Mesi 1-3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1887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t>Focus totale POC italiana. Nessun lavoro internazionalizzazione.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Mesi 4-6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288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t>Traduzione interfaccia e database esercizi (Blocchi 1-2). Primi contatti mercato anglofono.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Mesi 7-12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4688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t>Versione inglese core disponibile. 5-10 utenti pilota internazionali selezionati.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Anno 2+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1089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t>Lancio strutturato. Database nutrizionale localizzato. Pricing specifico per mercato.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Ogni feature sviluppata per il mercato italiano viene sviluppata bilingue da quel momento in poi.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3710</Words>
  <Application>Microsoft Office PowerPoint</Application>
  <PresentationFormat>Presentazione su schermo (16:9)</PresentationFormat>
  <Paragraphs>784</Paragraphs>
  <Slides>49</Slides>
  <Notes>47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FitManager Studio+ — Strategy Plan v3.1</dc:title>
  <dc:subject>PptxGenJS Presentation</dc:subject>
  <dc:creator>Giacomo Verardo</dc:creator>
  <cp:lastModifiedBy>Giacomo Verardo</cp:lastModifiedBy>
  <cp:revision>3</cp:revision>
  <dcterms:created xsi:type="dcterms:W3CDTF">2026-03-27T14:49:01Z</dcterms:created>
  <dcterms:modified xsi:type="dcterms:W3CDTF">2026-03-27T15:17:03Z</dcterms:modified>
</cp:coreProperties>
</file>