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FitManager Studio+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software che trasforma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personal trainer in un professionista clinico.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 ·  Offline  ·  Scientifico  ·  Italiano nativo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91440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 Scientifici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65760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in Cloud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(Zero, Mai)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42062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400800" y="4663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Tantum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070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app per un solo cliente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per comunicare, Excel per le schede, un'app per i pagamenti,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 per i documenti, carta per l'anamnesi.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giorno perdi ore a saltare da uno strumento all'altro.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87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clinici dei tuoi clienti sono in cloud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8346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Patologie, farmaci, infortuni pregressi: su server USA o UK.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controllo su chi li legge. Zero garanzie GDPR reali.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smetti di pagare, perdi tutto.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7673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tuo metodo e invisibile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11480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non vede la differenza tra te e l'app gratuita.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puo. Non hai gli strumenti per mostrargliela.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senza prove, giustificare la tua tariffa diventa una battaglia.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Soluzione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unico strumento. Scientifico. Privato. Tuo per sempre.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768096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1691640"/>
            <a:ext cx="4572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6916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162763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192024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Clienti, contratti, agenda, pagamenti, monitoraggio — tutto in un posto. Basta 5 app.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377440"/>
            <a:ext cx="768096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377440"/>
            <a:ext cx="54864" cy="685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2514600"/>
            <a:ext cx="457200" cy="4114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45920" y="245059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Scienza Integrata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274320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engine, analisi biomeccanica 4D, nutrizione LARN. Non opinioni: numeri con fonti.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200400"/>
            <a:ext cx="768096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20040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3337560"/>
            <a:ext cx="457200" cy="4114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60120" y="3337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32735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Assoluta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45920" y="356616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dati restano sul tuo PC. Nessun server. Nessun abbonamento cloud. GDPR by design.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023360"/>
            <a:ext cx="7680960" cy="685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2336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5" name="Shape 23"/>
          <p:cNvSpPr/>
          <p:nvPr/>
        </p:nvSpPr>
        <p:spPr>
          <a:xfrm>
            <a:off x="960120" y="4160520"/>
            <a:ext cx="457200" cy="4114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960120" y="4160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645920" y="409651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Italiano Nativo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645920" y="43891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Interfaccia, terminologia e flussi pensati per il professionista fitness italiano a P.IVA.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Hub Cliente: Tutto in un Colpo d'Occhio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score, semafori clinici, percorso onboarding, alert automatici, 6 tab operativi.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7040880" cy="4343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power-07-profilo-clien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6858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Engine: Quello che Nessuno Ha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condizioni cliniche × 434 esercizi. Ogni esercizio valutato in tempo reale contro il profilo del cliente.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7040880" cy="379476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targeted-02b-safety-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6858000" cy="3703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4617720"/>
            <a:ext cx="7680960" cy="4114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4617720"/>
            <a:ext cx="54864" cy="41148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9" name="Text 6"/>
          <p:cNvSpPr/>
          <p:nvPr/>
        </p:nvSpPr>
        <p:spPr>
          <a:xfrm>
            <a:off x="1005840" y="4645152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Filosofia: INFORMARE, MAI LIMITARE. Il trainer decide sempre. Il sistema informa con dati, non blocca.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Workout Builder: La Scienza Guida la Scheda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Kanban 3 sessioni. Profilo clinico integrato. Safety badge per esercizio. Analisi 4D automatica.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7040880" cy="4343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targeted-01-scheda-anali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6858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Piano Nutrizionale con Validazione LARN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Griglia 7 giorni × 8 pasti. 226 alimenti CREA. Score LARN 84/100 calcolato su 3 assi scientifici.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7040880" cy="4343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targeted-03-nutrizione-pian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6858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Gestione Finanziaria Completa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457200"/>
            <a:ext cx="7498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live, entrate/uscite, grafico giornaliero, proiezione, rinnovi con catena storica 1-click.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051560" y="777240"/>
            <a:ext cx="7040880" cy="4343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C:/Users/gvera/Projects/FitManager_AI_Studio/data/screenshots/power-01-cas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822960"/>
            <a:ext cx="685800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Tempo che Risparmi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594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ora liberata e un'ora in piu con i tuoi clienti — o un cliente in piu al mese.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29260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60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Attivita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834640" y="9601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023360" y="9601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FitManager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94960" y="960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2984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Anamnesi cliente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34640" y="12984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023360" y="12984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298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self-service: il cliente compila da smartphone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1801368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1801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Programmazione scheda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18013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45-60 min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23360" y="180136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18013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Builder 4 fasi con analisi automatica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3042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controindicazioni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34640" y="230428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15-20 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0" y="230428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Istantaneo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3042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Engine: 47 condizioni × 434 esercizi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2807208"/>
            <a:ext cx="82296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0720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Gestione pagamenti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28072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min/sett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023360" y="280720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94960" y="2807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 atomico 1-click, scadenze automatiche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 misurazioni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834640" y="33101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20-30 min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331012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94960" y="3310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normativi OMS/ACSM calcolati in tempo reale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39776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~4-6 ore/settimana risparmiate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731520" y="4315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200+ ore/anno che puoi reinvestire nei tuoi clienti o nella crescita del tuo business.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Tuo Lavoro Diventa Visibile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Oggi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 sento meglio" — feedback soggettivo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su foglio Excel o app note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dato su progressi misurabili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non vede il tuo metodo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Giustificare la tariffa e una battaglia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914400"/>
            <a:ext cx="365760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914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FitManager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417320"/>
            <a:ext cx="3200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clinico con range OMS/ACSM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Scheda con analisi 4D e score scientifico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Grafici progressi: peso, composizione, forza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"Ho verificato le tue condizioni"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VEDE il metodo. E paga il metodo.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749040"/>
            <a:ext cx="54864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8862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stai vendendo "allenamento".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Stai vendendo un </a:t>
            </a:r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scientifico personalizzato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il cliente vede i dati — grafici, score, analisi biomeccanica, report clinico —</a:t>
            </a:r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percepisce un servizio di livello superiore. E un servizio superiore vale di piu.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Scienza Sotto il Cofano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motori specializzati. Ogni numero ha una fonte. Ogni soglia e verificabile. Nessuna scatola nera.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72768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005840"/>
            <a:ext cx="1572768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430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737360"/>
            <a:ext cx="1024128" cy="182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7452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Periodizzazione, volume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MEV/MAV/MRV, analisi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biomeccanica 4D.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76272" y="1005840"/>
            <a:ext cx="1572768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2176272" y="1005840"/>
            <a:ext cx="1572768" cy="54864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2" name="Text 10"/>
          <p:cNvSpPr/>
          <p:nvPr/>
        </p:nvSpPr>
        <p:spPr>
          <a:xfrm>
            <a:off x="2267712" y="11430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450592" y="1737360"/>
            <a:ext cx="1024128" cy="18288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14" name="Text 12"/>
          <p:cNvSpPr/>
          <p:nvPr/>
        </p:nvSpPr>
        <p:spPr>
          <a:xfrm>
            <a:off x="2267712" y="187452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condizioni × 80 regole.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esercizio valutato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 il profilo clinico.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95344" y="1005840"/>
            <a:ext cx="1572768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Shape 14"/>
          <p:cNvSpPr/>
          <p:nvPr/>
        </p:nvSpPr>
        <p:spPr>
          <a:xfrm>
            <a:off x="3895344" y="1005840"/>
            <a:ext cx="1572768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3986784" y="11430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69664" y="1737360"/>
            <a:ext cx="1024128" cy="1828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3986784" y="187452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Piano 7gg LARN.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3 assi su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226 alimenti CREA.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14416" y="1005840"/>
            <a:ext cx="1572768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Shape 19"/>
          <p:cNvSpPr/>
          <p:nvPr/>
        </p:nvSpPr>
        <p:spPr>
          <a:xfrm>
            <a:off x="5614416" y="1005840"/>
            <a:ext cx="1572768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5705856" y="11430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888736" y="1737360"/>
            <a:ext cx="1024128" cy="182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5705856" y="187452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normativi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OMS/ACSM/AHA.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automatici.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33488" y="1005840"/>
            <a:ext cx="1572768" cy="2286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6" name="Shape 24"/>
          <p:cNvSpPr/>
          <p:nvPr/>
        </p:nvSpPr>
        <p:spPr>
          <a:xfrm>
            <a:off x="7333488" y="1005840"/>
            <a:ext cx="1572768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7424928" y="1143000"/>
            <a:ext cx="13898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607808" y="1737360"/>
            <a:ext cx="1024128" cy="182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Text 27"/>
          <p:cNvSpPr/>
          <p:nvPr/>
        </p:nvSpPr>
        <p:spPr>
          <a:xfrm>
            <a:off x="7424928" y="1874520"/>
            <a:ext cx="138988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Selezione esercizi per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livello, obiettivo e vincoli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biomeccanici 10D.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3474720"/>
            <a:ext cx="54864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4930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828800" y="34930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 peer-reviewed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657600" y="34930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72000" y="34930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Formule evidence-based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3493008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~5.600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15200" y="3493008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Righe di logica scientifica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31520" y="41605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Fonti: Schoenfeld, Israetel (RP), NSCA (Haff &amp; Triplett), Contreras, Helms, Bompa, LARN 2014 (SINU), CREA 2018, OMS/ACSM/AHA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3931920"/>
            <a:ext cx="3611880" cy="7772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Tuoi Dati. Sul Tuo PC. Punto.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Patologie, farmaci, infortuni, dati finanziari: informazioni sensibili che meritano protezione reale, non promesse.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234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Cloud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locale. Nessun dato lascia il tuo computer.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Nessun server terzo. Mai.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716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37160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481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by 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745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clinici, anamnesi e finanziari protetti nativamente.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 un'opzione: e l'architettura.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834640"/>
            <a:ext cx="54864" cy="1234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Atomico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1-click con SHA-256 checksum e integrity check.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Ripristino completo in 30 secondi.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83464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834640"/>
            <a:ext cx="54864" cy="12344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Offline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Crittografia RSA 2048. Nessun phone-home.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Funziona anche senza internet. Sempre.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89120"/>
            <a:ext cx="7680960" cy="50292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38912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44622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competitor cloud-based gestiscono i dati dei TUOI clienti sui LORO server. Tu sei responsabile. Loro no.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Confronto Competitivo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229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371600"/>
                <a:gridCol w="1371600"/>
                <a:gridCol w="1371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FitManager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MyPTHub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EvolutionFit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Safety Engine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condizioni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 MEV/MAV/MRV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 biomeccanica 4D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Ratios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rapporti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Nutrizione LARN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226 alimenti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Periodizzazione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Evidence-based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Dati locali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Si, zero cloud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Italiano nativo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Tradotto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Prezzo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149-249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 tantum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696/anno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588/anno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468/anno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Licenza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Perpetua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Abbonamento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Circolo Virtuoso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192024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77724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4-6 ore/settimana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77440" y="11887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697480" y="777240"/>
            <a:ext cx="192024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777240"/>
            <a:ext cx="1920240" cy="54864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8892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Servizio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Migliore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889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attenzione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ogni cliente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17720" y="11887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937760" y="777240"/>
            <a:ext cx="192024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7" name="Shape 15"/>
          <p:cNvSpPr/>
          <p:nvPr/>
        </p:nvSpPr>
        <p:spPr>
          <a:xfrm>
            <a:off x="4937760" y="777240"/>
            <a:ext cx="19202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02920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292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e score: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cliente vede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58000" y="1188720"/>
            <a:ext cx="320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178040" y="777240"/>
            <a:ext cx="1920240" cy="18288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777240"/>
            <a:ext cx="192024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22"/>
          <p:cNvSpPr/>
          <p:nvPr/>
        </p:nvSpPr>
        <p:spPr>
          <a:xfrm>
            <a:off x="7178040" y="868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726948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Tariffe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Piu Alte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26948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Posizionamento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880360"/>
            <a:ext cx="8229600" cy="201168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880360"/>
            <a:ext cx="54864" cy="201168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29260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Investment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3152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tariffa +10-15%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657600" y="3337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EUR 40 a EUR 45-46/sessione grazie alla percezione di servizio clinico-scientifico.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37033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clienti in piu al mese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657600" y="3703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liberato = slot disponibili. La qualita visibile genera passaparola.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1520" y="4069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in 30-60 giorni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0" y="4069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clienti × +EUR 5/sessione × 4 sessioni/mese = +EUR 400/mese di fatturato aggiuntivo.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1520" y="4434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Risparmio vs SaaS: EUR 400-1.300/anno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657600" y="44348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unico EUR 149-249 vs abbonamenti da EUR 468-696/anno. Dal secondo anno e tutto margine.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Investimento Unico vs Abbonamento Eterno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82296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822960"/>
            <a:ext cx="36576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149 - 249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tantum. Per sempre.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21945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Licenza perpetua, nessun canone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Tutti i motori scientifici inclusi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costi cloud (dati locali)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Aggiornamenti opzionali EUR 49/anno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dal primo mese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365760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22960"/>
            <a:ext cx="3657600" cy="4114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22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SaaS (media)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0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 468 - 696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All'anno. Ogni anno. Per sempre.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194560"/>
            <a:ext cx="2926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Abbonamento mensile obbligatorio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Dati persi se smetti di pagare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motori scientifici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anni: EUR 1.400 - 2.100 spesi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non hai ancora niente di tuo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023360"/>
            <a:ext cx="54864" cy="8229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40690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confronto reale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43708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PT che guadagna EUR 20-33K/anno risparmia EUR 400-1.300/anno scegliendo FitManager.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ottiene motori scientifici che nessun competitor offre a nessun prezzo.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Prodotto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058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05840"/>
            <a:ext cx="1005840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completo + Training Science Engine + Safety Engine + Workout Builder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Cassa + Rinnovi + Installer Windows + Licenza RSA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1168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011680"/>
            <a:ext cx="1005840" cy="8686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0574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v1.5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5146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2024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377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Nutrizione completa (piano 7gg + scoring LARN) + Export PDF clinico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Dashboard analytics avanzate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0175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017520"/>
            <a:ext cx="1005840" cy="8686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0632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v2.0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9202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383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locale (Ollama, zero cloud) + Programmazione automatica smart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Assistente NLP integrato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02336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023360"/>
            <a:ext cx="1005840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690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v3.0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1520" y="45262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2024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3891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companion (offline-first) + Sync opzionale P2P (no cloud)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Multi-operatore per palestre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 tuo studio.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tuoi dati.</a:t>
            </a:r>
            <a:endParaRPr lang="en-US" sz="4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tua scienza.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FitManager Studio+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329184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Richiedi una demo gratuita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info@fitmanager.studio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  |  Offline  |  Scientifico  |  Italiano  |  Tuo per sempre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FitManager Studio+ — Pitch Deck v10</dc:title>
  <dc:subject>PptxGenJS Presentation</dc:subject>
  <dc:creator>FitManager Studio+</dc:creator>
  <cp:lastModifiedBy>FitManager Studio+</cp:lastModifiedBy>
  <cp:revision>1</cp:revision>
  <dcterms:created xsi:type="dcterms:W3CDTF">2026-03-17T14:03:11Z</dcterms:created>
  <dcterms:modified xsi:type="dcterms:W3CDTF">2026-03-17T14:03:11Z</dcterms:modified>
</cp:coreProperties>
</file>